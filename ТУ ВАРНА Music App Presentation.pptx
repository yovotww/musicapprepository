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BBA07-A3FE-4952-8777-070CB8556D2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207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BBA07-A3FE-4952-8777-070CB8556D2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3854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BBA07-A3FE-4952-8777-070CB8556D2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637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BBA07-A3FE-4952-8777-070CB8556D2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2847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BBA07-A3FE-4952-8777-070CB8556D2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8262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BBA07-A3FE-4952-8777-070CB8556D2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695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BBA07-A3FE-4952-8777-070CB8556D2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39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BBA07-A3FE-4952-8777-070CB8556D2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9542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BBA07-A3FE-4952-8777-070CB8556D2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0875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BBA07-A3FE-4952-8777-070CB8556D2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54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BBA07-A3FE-4952-8777-070CB8556D2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602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BBA07-A3FE-4952-8777-070CB8556D2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9DA446-7B2D-479C-8354-5B52311AFF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387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90749" y="2161454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bg-BG"/>
              <a:t>ТУ ВАРНА</a:t>
            </a:r>
            <a:r>
              <a:rPr lang="en-US"/>
              <a:t/>
            </a:r>
            <a:br>
              <a:rPr lang="en-US"/>
            </a:br>
            <a:r>
              <a:rPr lang="bg-BG"/>
              <a:t>Проект по тема </a:t>
            </a:r>
            <a:r>
              <a:rPr lang="en-US"/>
              <a:t/>
            </a:r>
            <a:br>
              <a:rPr lang="en-US"/>
            </a:br>
            <a:r>
              <a:rPr lang="bg-BG"/>
              <a:t>“Система за избор на песен“</a:t>
            </a:r>
            <a:r>
              <a:rPr lang="en-US"/>
              <a:t/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0308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1.Техническо Задание</a:t>
            </a:r>
            <a:r>
              <a:rPr lang="en-US"/>
              <a:t/>
            </a:r>
            <a:br>
              <a:rPr lang="en-US"/>
            </a:br>
            <a:endParaRPr lang="en-US"/>
          </a:p>
        </p:txBody>
      </p:sp>
      <p:pic>
        <p:nvPicPr>
          <p:cNvPr id="1026" name="Picture 2" descr="https://cdn.discordapp.com/attachments/1422853389347455053/1495497283985346701/image.png?ex=6a0ab721&amp;is=6a0965a1&amp;hm=9a2e02aad2993d7120b8b8182d290f112d47b42f7fc38aa751a05fbbaec48b6e&amp;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766" y="1690688"/>
            <a:ext cx="10327557" cy="2074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81232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2.</a:t>
            </a:r>
            <a:r>
              <a:rPr lang="bg-BG"/>
              <a:t>Избраната система за контрол на версиите </a:t>
            </a:r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89" y="1379913"/>
            <a:ext cx="12133811" cy="2119745"/>
          </a:xfrm>
        </p:spPr>
        <p:txBody>
          <a:bodyPr/>
          <a:lstStyle/>
          <a:p>
            <a:pPr marL="0" indent="0">
              <a:buNone/>
            </a:pPr>
            <a:r>
              <a:rPr lang="bg-BG"/>
              <a:t>Избраната система е </a:t>
            </a:r>
            <a:r>
              <a:rPr lang="en-US"/>
              <a:t>Github . </a:t>
            </a:r>
            <a:r>
              <a:rPr lang="bg-BG"/>
              <a:t>Причината за изборът , е че </a:t>
            </a:r>
            <a:r>
              <a:rPr lang="en-US"/>
              <a:t>Github</a:t>
            </a:r>
            <a:r>
              <a:rPr lang="bg-BG"/>
              <a:t> е една от най-популярните системи за контрол на версиите и изключително лесна за използване и олеснява работата в екип. Също приложението </a:t>
            </a:r>
            <a:r>
              <a:rPr lang="en-US"/>
              <a:t>Github Desktop </a:t>
            </a:r>
            <a:r>
              <a:rPr lang="bg-BG"/>
              <a:t>позволява </a:t>
            </a:r>
            <a:r>
              <a:rPr lang="en-US"/>
              <a:t>push-</a:t>
            </a:r>
            <a:r>
              <a:rPr lang="bg-BG"/>
              <a:t>ването </a:t>
            </a:r>
            <a:r>
              <a:rPr lang="en-US"/>
              <a:t>и commit-</a:t>
            </a:r>
            <a:r>
              <a:rPr lang="bg-BG"/>
              <a:t>ването на промени по-лесно , понеже не се налага да се пишат команди в конзолата.</a:t>
            </a:r>
            <a:endParaRPr lang="en-US"/>
          </a:p>
          <a:p>
            <a:pPr marL="0" indent="0">
              <a:buNone/>
            </a:pPr>
            <a:endParaRPr lang="en-US"/>
          </a:p>
        </p:txBody>
      </p:sp>
      <p:pic>
        <p:nvPicPr>
          <p:cNvPr id="2050" name="Picture 2" descr="Logo - Brand Toolkit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028" y="4080230"/>
            <a:ext cx="5546970" cy="2059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etting Started with G... | Wiki | UAL Creative Computing Institut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1289" y="4157386"/>
            <a:ext cx="571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2200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3. </a:t>
            </a:r>
            <a:r>
              <a:rPr lang="bg-BG"/>
              <a:t>Избраната система за управление на проекта</a:t>
            </a:r>
            <a:r>
              <a:rPr lang="en-US"/>
              <a:t/>
            </a:r>
            <a:br>
              <a:rPr lang="en-US"/>
            </a:br>
            <a:endParaRPr lang="en-US"/>
          </a:p>
        </p:txBody>
      </p:sp>
      <p:pic>
        <p:nvPicPr>
          <p:cNvPr id="3074" name="Picture 2" descr="File:Jira Logo.svg - Wikimedia Commons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034" y="1690688"/>
            <a:ext cx="2394480" cy="1008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7703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4.Web </a:t>
            </a:r>
            <a:r>
              <a:rPr lang="bg-BG"/>
              <a:t>Приложение</a:t>
            </a:r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20825"/>
            <a:ext cx="10515600" cy="1425575"/>
          </a:xfrm>
        </p:spPr>
        <p:txBody>
          <a:bodyPr/>
          <a:lstStyle/>
          <a:p>
            <a:pPr marL="0" indent="0">
              <a:buNone/>
            </a:pPr>
            <a:r>
              <a:rPr lang="bg-BG"/>
              <a:t>Проектът е под формата на </a:t>
            </a:r>
            <a:r>
              <a:rPr lang="en-US"/>
              <a:t>Web </a:t>
            </a:r>
            <a:r>
              <a:rPr lang="bg-BG"/>
              <a:t>приложение . Това е поради използваната технология </a:t>
            </a:r>
            <a:r>
              <a:rPr lang="en-US"/>
              <a:t>.NET Web App </a:t>
            </a:r>
            <a:r>
              <a:rPr lang="bg-BG"/>
              <a:t>със структура </a:t>
            </a:r>
            <a:r>
              <a:rPr lang="en-US"/>
              <a:t>MVC (Model View Controller).</a:t>
            </a:r>
          </a:p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070" y="2846388"/>
            <a:ext cx="8573457" cy="3915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781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5.Използвани функционалности</a:t>
            </a:r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89" y="1168920"/>
            <a:ext cx="12133811" cy="238061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bg-BG"/>
              <a:t>Приложението дава възможност на потребителите да добавят , променят и изтриват песни . След като една песен е добавена , тя може да се види в </a:t>
            </a:r>
            <a:r>
              <a:rPr lang="en-US"/>
              <a:t>Home Page-</a:t>
            </a:r>
            <a:r>
              <a:rPr lang="bg-BG"/>
              <a:t>а на приложението , от където също може да се ходи директно в </a:t>
            </a:r>
            <a:r>
              <a:rPr lang="en-US"/>
              <a:t>Wikipedia  </a:t>
            </a:r>
            <a:r>
              <a:rPr lang="bg-BG"/>
              <a:t>и </a:t>
            </a:r>
            <a:r>
              <a:rPr lang="en-US"/>
              <a:t>Youtube </a:t>
            </a:r>
            <a:r>
              <a:rPr lang="bg-BG"/>
              <a:t>страниците на песента ( ако са добавени адресите към данните на песента). Песни могат да се търсят по техните създатели , име , жанр и година.</a:t>
            </a:r>
            <a:endParaRPr lang="en-US"/>
          </a:p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568" y="3356091"/>
            <a:ext cx="6916188" cy="310515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2436" y="2913348"/>
            <a:ext cx="2933354" cy="209203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9963" y="5293963"/>
            <a:ext cx="4087004" cy="136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7052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/>
              <a:t>6. </a:t>
            </a:r>
            <a:r>
              <a:rPr lang="ru-RU"/>
              <a:t>Обосновка и разяснения към избраната методология за разработка на софтуера</a:t>
            </a:r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bg-BG"/>
              <a:t>Използваната методология е </a:t>
            </a:r>
            <a:r>
              <a:rPr lang="en-US"/>
              <a:t>Kanban . 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3978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7.</a:t>
            </a:r>
            <a:r>
              <a:rPr lang="bg-BG"/>
              <a:t>И</a:t>
            </a:r>
            <a:r>
              <a:rPr lang="ru-RU"/>
              <a:t>збор на програмни средства за реализацията </a:t>
            </a:r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0" y="1418302"/>
            <a:ext cx="12192000" cy="3170323"/>
          </a:xfrm>
        </p:spPr>
        <p:txBody>
          <a:bodyPr/>
          <a:lstStyle/>
          <a:p>
            <a:pPr marL="0" indent="0">
              <a:buNone/>
            </a:pPr>
            <a:r>
              <a:rPr lang="ru-RU"/>
              <a:t>Избраният програмен език за проекта е </a:t>
            </a:r>
            <a:r>
              <a:rPr lang="en-US"/>
              <a:t>C# , </a:t>
            </a:r>
            <a:r>
              <a:rPr lang="bg-BG"/>
              <a:t>а избраната среда за разработка е </a:t>
            </a:r>
            <a:r>
              <a:rPr lang="en-US"/>
              <a:t>Microsoft Visual Studio . </a:t>
            </a:r>
            <a:r>
              <a:rPr lang="bg-BG"/>
              <a:t>Причинините за избора са , че </a:t>
            </a:r>
            <a:r>
              <a:rPr lang="en-US"/>
              <a:t>Microsoft Visual Studio </a:t>
            </a:r>
            <a:r>
              <a:rPr lang="bg-BG"/>
              <a:t>е направено специално за използването на </a:t>
            </a:r>
            <a:r>
              <a:rPr lang="en-US"/>
              <a:t>C# , </a:t>
            </a:r>
            <a:r>
              <a:rPr lang="bg-BG"/>
              <a:t>а </a:t>
            </a:r>
            <a:r>
              <a:rPr lang="en-US"/>
              <a:t>C# </a:t>
            </a:r>
            <a:r>
              <a:rPr lang="bg-BG"/>
              <a:t>позволява достъпа до </a:t>
            </a:r>
            <a:r>
              <a:rPr lang="en-US"/>
              <a:t>.NET </a:t>
            </a:r>
            <a:r>
              <a:rPr lang="bg-BG"/>
              <a:t>библиотеките за създаване на </a:t>
            </a:r>
            <a:r>
              <a:rPr lang="en-US"/>
              <a:t>Web </a:t>
            </a:r>
            <a:r>
              <a:rPr lang="bg-BG"/>
              <a:t>апликации . Използваната среда за съхранение на базата данни е </a:t>
            </a:r>
            <a:r>
              <a:rPr lang="en-US"/>
              <a:t>Microsoft Server Management Studio , </a:t>
            </a:r>
            <a:r>
              <a:rPr lang="bg-BG"/>
              <a:t>поради това че функционира добре с </a:t>
            </a:r>
            <a:r>
              <a:rPr lang="en-US"/>
              <a:t>.NET </a:t>
            </a:r>
            <a:r>
              <a:rPr lang="bg-BG"/>
              <a:t>приложения (защото също е направена от </a:t>
            </a:r>
            <a:r>
              <a:rPr lang="en-US"/>
              <a:t>Microsoft).</a:t>
            </a:r>
            <a:r>
              <a:rPr lang="bg-BG"/>
              <a:t> Използвани са също и езиците </a:t>
            </a:r>
            <a:r>
              <a:rPr lang="en-US"/>
              <a:t>JavaScript/Html/CSS , </a:t>
            </a:r>
            <a:r>
              <a:rPr lang="bg-BG"/>
              <a:t>защото те са стандартните програмни езици за работа с </a:t>
            </a:r>
            <a:r>
              <a:rPr lang="en-US"/>
              <a:t>Web </a:t>
            </a:r>
            <a:r>
              <a:rPr lang="bg-BG"/>
              <a:t>приложения и сайтове.</a:t>
            </a:r>
            <a:endParaRPr lang="en-US"/>
          </a:p>
        </p:txBody>
      </p:sp>
      <p:pic>
        <p:nvPicPr>
          <p:cNvPr id="7" name="Picture 2" descr="Файл:Microsoft .NET logo.svg – Уикипедия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762" y="4660265"/>
            <a:ext cx="1374876" cy="1374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Trademark and Brand Guidelines | Microsoft Legal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7729" y="4644274"/>
            <a:ext cx="2942071" cy="1666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How to Install Microsoft SQL Server 2019 &amp; SSMS on Windows (On-Prem) | by  Rahul Sounder | Medium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1891" y="4790980"/>
            <a:ext cx="1550035" cy="1373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Visual Studio Logo, symbol, meaning, history, PNG, brand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0080" y="4624163"/>
            <a:ext cx="1517253" cy="853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File:Logo C sharp.svg - Wikimedia Commons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4381" y="5641802"/>
            <a:ext cx="859919" cy="628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0" name="Picture 10" descr="Html Logo Images – Browse 10,260 Stock Photos, Vectors, and Video | Adobe  Stock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6755" y="4618684"/>
            <a:ext cx="3022600" cy="1692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290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/>
              <a:t>8.Стъпки, зависещи от конкретния подход за разработка</a:t>
            </a:r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/>
              <a:t>Използваната за създаване на проекта </a:t>
            </a:r>
            <a:r>
              <a:rPr lang="en-US"/>
              <a:t>MVC </a:t>
            </a:r>
            <a:r>
              <a:rPr lang="bg-BG"/>
              <a:t>структура , изисква някои спецификации , за да може да функционира приложението. Трябва да се останови връзка към базата данни  , за да може да се съхраняват и взимат данните за песни в приложението . Трябва да се направят модели , чрез които се създават обекти . Нужни са контролери , които да съдържат логиката за работа с обектите направени от моделите . </a:t>
            </a:r>
            <a:r>
              <a:rPr lang="en-US"/>
              <a:t>ViewModels </a:t>
            </a:r>
            <a:r>
              <a:rPr lang="bg-BG"/>
              <a:t>са класове, които се използват за да помагат с четенето и писането на данни в обектите, като различните </a:t>
            </a:r>
            <a:r>
              <a:rPr lang="en-US"/>
              <a:t>ViewModel-</a:t>
            </a:r>
            <a:r>
              <a:rPr lang="bg-BG"/>
              <a:t>и имат различен подбор от данни, които да използват за различни страници от </a:t>
            </a:r>
            <a:r>
              <a:rPr lang="en-US"/>
              <a:t>Web </a:t>
            </a:r>
            <a:r>
              <a:rPr lang="bg-BG"/>
              <a:t>приложението. </a:t>
            </a:r>
            <a:r>
              <a:rPr lang="en-US"/>
              <a:t>View-</a:t>
            </a:r>
            <a:r>
              <a:rPr lang="bg-BG"/>
              <a:t>тата са структурите на страниците в приложението. Те представляват  как ще изглежда и как ще е структурирана една страница. 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4427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9.</a:t>
            </a:r>
            <a:r>
              <a:rPr lang="bg-BG"/>
              <a:t>Използвани класове</a:t>
            </a:r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038224"/>
            <a:ext cx="8801100" cy="5819775"/>
          </a:xfrm>
        </p:spPr>
        <p:txBody>
          <a:bodyPr>
            <a:normAutofit fontScale="85000" lnSpcReduction="20000"/>
          </a:bodyPr>
          <a:lstStyle/>
          <a:p>
            <a:r>
              <a:rPr lang="en-US"/>
              <a:t>Program – </a:t>
            </a:r>
            <a:r>
              <a:rPr lang="bg-BG"/>
              <a:t>Класът, който съдържа логиката за подкарване на </a:t>
            </a:r>
            <a:r>
              <a:rPr lang="en-US"/>
              <a:t>web </a:t>
            </a:r>
            <a:r>
              <a:rPr lang="bg-BG"/>
              <a:t>апликацията.</a:t>
            </a:r>
            <a:endParaRPr lang="en-US"/>
          </a:p>
          <a:p>
            <a:r>
              <a:rPr lang="en-US"/>
              <a:t>ApplicationDbContext</a:t>
            </a:r>
            <a:r>
              <a:rPr lang="bg-BG"/>
              <a:t> – В този клас се съдържа информацията за песните, коята се извилича от базата данни, и от коята се пише в базата данни.</a:t>
            </a:r>
            <a:endParaRPr lang="en-US"/>
          </a:p>
          <a:p>
            <a:r>
              <a:rPr lang="en-US"/>
              <a:t>Song – </a:t>
            </a:r>
            <a:r>
              <a:rPr lang="bg-BG"/>
              <a:t>Това е класът модел, който служи за създаване на обектите за песни.</a:t>
            </a:r>
            <a:endParaRPr lang="en-US"/>
          </a:p>
          <a:p>
            <a:r>
              <a:rPr lang="en-US"/>
              <a:t>Genres – </a:t>
            </a:r>
            <a:r>
              <a:rPr lang="bg-BG"/>
              <a:t>Клас, който съдържа статичен лист с популярни жанрове на песни, с цел да помага в създаването на обекти.</a:t>
            </a:r>
            <a:endParaRPr lang="en-US"/>
          </a:p>
          <a:p>
            <a:r>
              <a:rPr lang="en-US"/>
              <a:t>HomeController – </a:t>
            </a:r>
            <a:r>
              <a:rPr lang="bg-BG"/>
              <a:t>Класът за контролера, който съдържа всички методи, които позволяват работата между базата данни и потребителският интерфейс.</a:t>
            </a:r>
            <a:endParaRPr lang="en-US"/>
          </a:p>
          <a:p>
            <a:r>
              <a:rPr lang="en-US"/>
              <a:t>AddSongViewModel/BasicSongViewModel/DeleteSongViewModel – </a:t>
            </a:r>
            <a:r>
              <a:rPr lang="bg-BG"/>
              <a:t>класове, които служат за помощ с иползването на данни от модела </a:t>
            </a:r>
            <a:r>
              <a:rPr lang="en-US"/>
              <a:t>Song </a:t>
            </a:r>
            <a:r>
              <a:rPr lang="bg-BG"/>
              <a:t>в страниците на апликацията.</a:t>
            </a:r>
            <a:endParaRPr lang="en-US"/>
          </a:p>
          <a:p>
            <a:r>
              <a:rPr lang="en-US"/>
              <a:t>Add</a:t>
            </a:r>
            <a:r>
              <a:rPr lang="bg-BG"/>
              <a:t>/</a:t>
            </a:r>
            <a:r>
              <a:rPr lang="en-US"/>
              <a:t>Edit/Delete/Index – View </a:t>
            </a:r>
            <a:r>
              <a:rPr lang="bg-BG"/>
              <a:t>файлoвете, които съдържат структурата на страниците за апликацията.</a:t>
            </a:r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4524" y="128587"/>
            <a:ext cx="2533651" cy="6656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538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582</Words>
  <Application>Microsoft Office PowerPoint</Application>
  <PresentationFormat>Widescreen</PresentationFormat>
  <Paragraphs>23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ТУ ВАРНА Проект по тема  “Система за избор на песен“ </vt:lpstr>
      <vt:lpstr>1.Техническо Задание </vt:lpstr>
      <vt:lpstr>2.Избраната система за контрол на версиите  </vt:lpstr>
      <vt:lpstr>3. Избраната система за управление на проекта </vt:lpstr>
      <vt:lpstr>4.Web Приложение </vt:lpstr>
      <vt:lpstr>5.Използвани функционалности </vt:lpstr>
      <vt:lpstr>6. Обосновка и разяснения към избраната методология за разработка на софтуера </vt:lpstr>
      <vt:lpstr>7.Избор на програмни средства за реализацията  </vt:lpstr>
      <vt:lpstr>8.Стъпки, зависещи от конкретния подход за разработка </vt:lpstr>
      <vt:lpstr>9.Използвани класове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ТУ ВАРНА Проект по тема  “Система за избор на песен“</dc:title>
  <dc:creator>User</dc:creator>
  <cp:lastModifiedBy>User</cp:lastModifiedBy>
  <cp:revision>2</cp:revision>
  <dcterms:created xsi:type="dcterms:W3CDTF">2026-05-17T13:35:15Z</dcterms:created>
  <dcterms:modified xsi:type="dcterms:W3CDTF">2026-05-17T13:43:45Z</dcterms:modified>
</cp:coreProperties>
</file>