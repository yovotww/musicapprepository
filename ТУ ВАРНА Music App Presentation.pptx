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07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85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37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84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2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95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9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5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8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0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BBA07-A3FE-4952-8777-070CB8556D2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DA446-7B2D-479C-8354-5B52311AFF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38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bg-BG" noProof="0" dirty="0"/>
              <a:t>ТЕМА 6 – СИСТЕМА ЗА ИЗБОР НА ПЕСЕН</a:t>
            </a:r>
          </a:p>
        </p:txBody>
      </p:sp>
      <p:sp>
        <p:nvSpPr>
          <p:cNvPr id="4" name="Подзаглавие 3">
            <a:extLst>
              <a:ext uri="{FF2B5EF4-FFF2-40B4-BE49-F238E27FC236}">
                <a16:creationId xmlns:a16="http://schemas.microsoft.com/office/drawing/2014/main" id="{EBA7FFAA-E257-AE54-AF44-2A65B50D3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bg-BG" noProof="0" dirty="0"/>
              <a:t>Изработена от Теодор Ангелов и Йово Неделчев</a:t>
            </a:r>
          </a:p>
          <a:p>
            <a:r>
              <a:rPr lang="bg-BG" noProof="0" dirty="0"/>
              <a:t>Курсов проект от ТУ Варна</a:t>
            </a:r>
          </a:p>
        </p:txBody>
      </p:sp>
    </p:spTree>
    <p:extLst>
      <p:ext uri="{BB962C8B-B14F-4D97-AF65-F5344CB8AC3E}">
        <p14:creationId xmlns:p14="http://schemas.microsoft.com/office/powerpoint/2010/main" val="180503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noProof="0" dirty="0"/>
              <a:t>Техническо Задание</a:t>
            </a:r>
            <a:br>
              <a:rPr lang="bg-BG" noProof="0" dirty="0"/>
            </a:br>
            <a:endParaRPr lang="bg-BG" noProof="0" dirty="0"/>
          </a:p>
        </p:txBody>
      </p:sp>
      <p:pic>
        <p:nvPicPr>
          <p:cNvPr id="1026" name="Picture 2" descr="https://cdn.discordapp.com/attachments/1422853389347455053/1495497283985346701/image.png?ex=6a0ab721&amp;is=6a0965a1&amp;hm=9a2e02aad2993d7120b8b8182d290f112d47b42f7fc38aa751a05fbbaec48b6e&amp;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766" y="1690689"/>
            <a:ext cx="10327557" cy="173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123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535143F-BD9F-A2EE-8911-02B997326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noProof="0" dirty="0"/>
              <a:t>Цел на проекта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97A9712-540C-819E-2D95-42F40EF5E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bg-BG" noProof="0" dirty="0"/>
              <a:t>Бързо, лесно, достъпно и удобно споделяне и откриване на музика</a:t>
            </a:r>
          </a:p>
          <a:p>
            <a:pPr fontAlgn="base"/>
            <a:r>
              <a:rPr lang="bg-BG" noProof="0" dirty="0"/>
              <a:t>Всеки може да качва линкове към песни</a:t>
            </a:r>
          </a:p>
          <a:p>
            <a:pPr fontAlgn="base"/>
            <a:r>
              <a:rPr lang="bg-BG" noProof="0" dirty="0"/>
              <a:t>Полезно за събиране на песни, когато изпълнители качват на няколко платформи</a:t>
            </a:r>
          </a:p>
        </p:txBody>
      </p:sp>
    </p:spTree>
    <p:extLst>
      <p:ext uri="{BB962C8B-B14F-4D97-AF65-F5344CB8AC3E}">
        <p14:creationId xmlns:p14="http://schemas.microsoft.com/office/powerpoint/2010/main" val="172150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EB9B3BA-0A8C-766F-1917-31BA6F8F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/>
              <a:t>Задачи</a:t>
            </a:r>
            <a:endParaRPr lang="en-US" dirty="0"/>
          </a:p>
        </p:txBody>
      </p:sp>
      <p:pic>
        <p:nvPicPr>
          <p:cNvPr id="5" name="Контейнер за съдържание 4">
            <a:extLst>
              <a:ext uri="{FF2B5EF4-FFF2-40B4-BE49-F238E27FC236}">
                <a16:creationId xmlns:a16="http://schemas.microsoft.com/office/drawing/2014/main" id="{88E4B618-9710-6F4D-FB42-E1DF08640B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911" y="1825625"/>
            <a:ext cx="39481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4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noProof="0" dirty="0"/>
              <a:t>Система за контрол на версиите </a:t>
            </a:r>
            <a:br>
              <a:rPr lang="bg-BG" noProof="0" dirty="0"/>
            </a:br>
            <a:endParaRPr lang="bg-BG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" y="1379913"/>
            <a:ext cx="12133811" cy="2119745"/>
          </a:xfrm>
        </p:spPr>
        <p:txBody>
          <a:bodyPr/>
          <a:lstStyle/>
          <a:p>
            <a:pPr marL="0" indent="0">
              <a:buNone/>
            </a:pPr>
            <a:r>
              <a:rPr lang="bg-BG" noProof="0" dirty="0"/>
              <a:t>Избраната система е </a:t>
            </a:r>
            <a:r>
              <a:rPr lang="bg-BG" noProof="0" dirty="0" err="1"/>
              <a:t>GitHub</a:t>
            </a:r>
            <a:r>
              <a:rPr lang="bg-BG" noProof="0" dirty="0"/>
              <a:t>. Причината за изборът, е че </a:t>
            </a:r>
            <a:r>
              <a:rPr lang="bg-BG" noProof="0" dirty="0" err="1"/>
              <a:t>GitHub</a:t>
            </a:r>
            <a:r>
              <a:rPr lang="bg-BG" noProof="0" dirty="0"/>
              <a:t> е една от най-популярните системи за контрол на версиите и изключително лесна за използване и улеснява работата в екип. Също приложението </a:t>
            </a:r>
            <a:r>
              <a:rPr lang="bg-BG" noProof="0" dirty="0" err="1"/>
              <a:t>GitHub</a:t>
            </a:r>
            <a:r>
              <a:rPr lang="bg-BG" noProof="0" dirty="0"/>
              <a:t> </a:t>
            </a:r>
            <a:r>
              <a:rPr lang="bg-BG" noProof="0" dirty="0" err="1"/>
              <a:t>Desktop</a:t>
            </a:r>
            <a:r>
              <a:rPr lang="bg-BG" noProof="0" dirty="0"/>
              <a:t> позволява по-лесна промяна и качване на промени по проекта, понеже не се налага да се пишат команди в конзолата.</a:t>
            </a:r>
          </a:p>
          <a:p>
            <a:pPr marL="0" indent="0">
              <a:buNone/>
            </a:pPr>
            <a:endParaRPr lang="bg-BG" noProof="0" dirty="0"/>
          </a:p>
        </p:txBody>
      </p:sp>
      <p:pic>
        <p:nvPicPr>
          <p:cNvPr id="2050" name="Picture 2" descr="Logo - Brand Toolki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28" y="4080230"/>
            <a:ext cx="5546970" cy="205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etting Started with G... | Wiki | UAL Creative Computing Institu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289" y="4157386"/>
            <a:ext cx="571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20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noProof="0" dirty="0"/>
              <a:t>Система за управление на проекта</a:t>
            </a:r>
          </a:p>
        </p:txBody>
      </p:sp>
      <p:pic>
        <p:nvPicPr>
          <p:cNvPr id="3074" name="Picture 2" descr="File:Jira Logo.svg - Wikimedia Commons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18407" y="5290888"/>
            <a:ext cx="2394181" cy="1010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A19340FF-5881-8D7C-13AD-5E45FA7B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8407" y="1825625"/>
            <a:ext cx="10335393" cy="4351338"/>
          </a:xfrm>
        </p:spPr>
        <p:txBody>
          <a:bodyPr/>
          <a:lstStyle/>
          <a:p>
            <a:r>
              <a:rPr lang="bg-BG" noProof="0" dirty="0"/>
              <a:t>Избраната система е JIRA. Системата е подходяща и съвместима с методологиите, използвани от отбора и доставя всички нужни функционалности по удобен и лесен за ползване начин с неговия потребителски интерфейс.</a:t>
            </a:r>
          </a:p>
          <a:p>
            <a:pPr marL="0" indent="0">
              <a:buNone/>
            </a:pPr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1157703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noProof="0" dirty="0" err="1"/>
              <a:t>Web</a:t>
            </a:r>
            <a:r>
              <a:rPr lang="bg-BG" noProof="0" dirty="0"/>
              <a:t> Приложение</a:t>
            </a:r>
            <a:br>
              <a:rPr lang="bg-BG" noProof="0" dirty="0"/>
            </a:br>
            <a:endParaRPr lang="bg-BG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1425575"/>
          </a:xfrm>
        </p:spPr>
        <p:txBody>
          <a:bodyPr/>
          <a:lstStyle/>
          <a:p>
            <a:pPr marL="0" indent="0">
              <a:buNone/>
            </a:pPr>
            <a:r>
              <a:rPr lang="bg-BG" noProof="0" dirty="0"/>
              <a:t>Проектът е под формата на </a:t>
            </a:r>
            <a:r>
              <a:rPr lang="bg-BG" noProof="0" dirty="0" err="1"/>
              <a:t>Web</a:t>
            </a:r>
            <a:r>
              <a:rPr lang="bg-BG" noProof="0" dirty="0"/>
              <a:t> приложение. Това е поради използваната технология. NET </a:t>
            </a:r>
            <a:r>
              <a:rPr lang="bg-BG" noProof="0" dirty="0" err="1"/>
              <a:t>Web</a:t>
            </a:r>
            <a:r>
              <a:rPr lang="bg-BG" noProof="0" dirty="0"/>
              <a:t> </a:t>
            </a:r>
            <a:r>
              <a:rPr lang="bg-BG" noProof="0" dirty="0" err="1"/>
              <a:t>App</a:t>
            </a:r>
            <a:r>
              <a:rPr lang="bg-BG" noProof="0" dirty="0"/>
              <a:t> със структура MVC (</a:t>
            </a:r>
            <a:r>
              <a:rPr lang="bg-BG" noProof="0" dirty="0" err="1"/>
              <a:t>Model</a:t>
            </a:r>
            <a:r>
              <a:rPr lang="bg-BG" noProof="0" dirty="0"/>
              <a:t> </a:t>
            </a:r>
            <a:r>
              <a:rPr lang="bg-BG" noProof="0" dirty="0" err="1"/>
              <a:t>View</a:t>
            </a:r>
            <a:r>
              <a:rPr lang="bg-BG" noProof="0" dirty="0"/>
              <a:t> </a:t>
            </a:r>
            <a:r>
              <a:rPr lang="bg-BG" noProof="0" dirty="0" err="1"/>
              <a:t>Controller</a:t>
            </a:r>
            <a:r>
              <a:rPr lang="bg-BG" noProof="0" dirty="0"/>
              <a:t>).</a:t>
            </a:r>
          </a:p>
          <a:p>
            <a:endParaRPr lang="bg-BG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070" y="2846388"/>
            <a:ext cx="8573457" cy="391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81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436" y="2913348"/>
            <a:ext cx="2933354" cy="20920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noProof="0" dirty="0"/>
              <a:t>Използвани функционалности</a:t>
            </a:r>
            <a:br>
              <a:rPr lang="bg-BG" noProof="0" dirty="0"/>
            </a:br>
            <a:endParaRPr lang="bg-BG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" y="1168920"/>
            <a:ext cx="12133811" cy="2380615"/>
          </a:xfrm>
        </p:spPr>
        <p:txBody>
          <a:bodyPr>
            <a:normAutofit/>
          </a:bodyPr>
          <a:lstStyle/>
          <a:p>
            <a:r>
              <a:rPr lang="bg-BG" noProof="0" dirty="0"/>
              <a:t>Приложението дава възможност на регистрирани потребители да добавят, променят и изтриват песни. След като една песен е добавена, тя може да се види в главната страница на приложението, от където също може да се ходи директно във външни уеб страници, посочени от добавените песни. Песни могат да се търсят по техните създатели, име, жанр и година.</a:t>
            </a:r>
          </a:p>
          <a:p>
            <a:endParaRPr lang="bg-BG" noProof="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68" y="3356091"/>
            <a:ext cx="6916188" cy="3105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963" y="5293963"/>
            <a:ext cx="4087004" cy="136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0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noProof="0" dirty="0"/>
              <a:t>Методологии за разработка на софтуера</a:t>
            </a:r>
            <a:br>
              <a:rPr lang="bg-BG" noProof="0" dirty="0"/>
            </a:br>
            <a:endParaRPr lang="bg-BG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bg-BG" noProof="0" dirty="0" err="1"/>
              <a:t>Hacking</a:t>
            </a:r>
            <a:r>
              <a:rPr lang="bg-BG" noProof="0" dirty="0"/>
              <a:t> е практиката да се прави работа по приложението без предварително разясняване на нужни задачи и средства. Поради малкият отбор и обхват на проекта, методологията може да бъде употребена.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BBBEFE92-2C83-1C94-4524-2F7A3E7B67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bg-BG" noProof="0" dirty="0" err="1"/>
              <a:t>Kanban</a:t>
            </a:r>
            <a:r>
              <a:rPr lang="bg-BG" noProof="0" dirty="0"/>
              <a:t> е предпочитан за този проект, поради ниския брой задачи, които могат лесно да се запишат на дъска, и винаги може да се запишат нови задачи или редактират стари по време на разработката.</a:t>
            </a:r>
          </a:p>
        </p:txBody>
      </p:sp>
    </p:spTree>
    <p:extLst>
      <p:ext uri="{BB962C8B-B14F-4D97-AF65-F5344CB8AC3E}">
        <p14:creationId xmlns:p14="http://schemas.microsoft.com/office/powerpoint/2010/main" val="3916397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bg-BG" noProof="0" dirty="0"/>
              <a:t>Програмни средства за реализацията </a:t>
            </a:r>
            <a:br>
              <a:rPr lang="bg-BG" noProof="0" dirty="0"/>
            </a:br>
            <a:endParaRPr lang="bg-BG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418302"/>
            <a:ext cx="12192000" cy="3170323"/>
          </a:xfrm>
        </p:spPr>
        <p:txBody>
          <a:bodyPr/>
          <a:lstStyle/>
          <a:p>
            <a:pPr marL="0" indent="0">
              <a:buNone/>
            </a:pPr>
            <a:r>
              <a:rPr lang="bg-BG" noProof="0" dirty="0"/>
              <a:t>Избраният програмен език за проекта е C# , а избраната среда за разработка е Microsoft </a:t>
            </a:r>
            <a:r>
              <a:rPr lang="bg-BG" noProof="0" dirty="0" err="1"/>
              <a:t>Visual</a:t>
            </a:r>
            <a:r>
              <a:rPr lang="bg-BG" noProof="0" dirty="0"/>
              <a:t> </a:t>
            </a:r>
            <a:r>
              <a:rPr lang="bg-BG" noProof="0" dirty="0" err="1"/>
              <a:t>Studio</a:t>
            </a:r>
            <a:r>
              <a:rPr lang="bg-BG" noProof="0" dirty="0"/>
              <a:t> . </a:t>
            </a:r>
            <a:r>
              <a:rPr lang="bg-BG" noProof="0" dirty="0" err="1"/>
              <a:t>Причинините</a:t>
            </a:r>
            <a:r>
              <a:rPr lang="bg-BG" noProof="0" dirty="0"/>
              <a:t> за избора са , че Microsoft </a:t>
            </a:r>
            <a:r>
              <a:rPr lang="bg-BG" noProof="0" dirty="0" err="1"/>
              <a:t>Visual</a:t>
            </a:r>
            <a:r>
              <a:rPr lang="bg-BG" noProof="0" dirty="0"/>
              <a:t> </a:t>
            </a:r>
            <a:r>
              <a:rPr lang="bg-BG" noProof="0" dirty="0" err="1"/>
              <a:t>Studio</a:t>
            </a:r>
            <a:r>
              <a:rPr lang="bg-BG" noProof="0" dirty="0"/>
              <a:t> е направено специално за използването на C# , а C# позволява достъпа до .NET библиотеките за създаване на </a:t>
            </a:r>
            <a:r>
              <a:rPr lang="bg-BG" noProof="0" dirty="0" err="1"/>
              <a:t>Web</a:t>
            </a:r>
            <a:r>
              <a:rPr lang="bg-BG" noProof="0" dirty="0"/>
              <a:t> апликации . Използваната среда за съхранение на базата данни е Microsoft Server </a:t>
            </a:r>
            <a:r>
              <a:rPr lang="bg-BG" noProof="0" dirty="0" err="1"/>
              <a:t>Management</a:t>
            </a:r>
            <a:r>
              <a:rPr lang="bg-BG" noProof="0" dirty="0"/>
              <a:t> </a:t>
            </a:r>
            <a:r>
              <a:rPr lang="bg-BG" noProof="0" dirty="0" err="1"/>
              <a:t>Studio</a:t>
            </a:r>
            <a:r>
              <a:rPr lang="bg-BG" noProof="0" dirty="0"/>
              <a:t> , поради това че функционира добре с .NET приложения (защото също е направена от Microsoft). Използвани са също и езиците </a:t>
            </a:r>
            <a:r>
              <a:rPr lang="bg-BG" noProof="0" dirty="0" err="1"/>
              <a:t>JavaScript</a:t>
            </a:r>
            <a:r>
              <a:rPr lang="bg-BG" noProof="0" dirty="0"/>
              <a:t>/</a:t>
            </a:r>
            <a:r>
              <a:rPr lang="bg-BG" noProof="0" dirty="0" err="1"/>
              <a:t>Html</a:t>
            </a:r>
            <a:r>
              <a:rPr lang="bg-BG" noProof="0" dirty="0"/>
              <a:t>/CSS , защото те са стандартните програмни езици за работа с </a:t>
            </a:r>
            <a:r>
              <a:rPr lang="bg-BG" noProof="0" dirty="0" err="1"/>
              <a:t>Web</a:t>
            </a:r>
            <a:r>
              <a:rPr lang="bg-BG" noProof="0" dirty="0"/>
              <a:t> приложения и сайтове.</a:t>
            </a:r>
          </a:p>
        </p:txBody>
      </p:sp>
      <p:pic>
        <p:nvPicPr>
          <p:cNvPr id="7" name="Picture 2" descr="Файл:Microsoft .NET logo.svg – Уикипедия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62" y="4660265"/>
            <a:ext cx="1374876" cy="1374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Trademark and Brand Guidelines | Microsoft Lega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729" y="4644274"/>
            <a:ext cx="2942071" cy="1666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w to Install Microsoft SQL Server 2019 &amp; SSMS on Windows (On-Prem) | by  Rahul Sounder | Mediu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891" y="4790980"/>
            <a:ext cx="1550035" cy="1373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Visual Studio Logo, symbol, meaning, history, PNG, bra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080" y="4624163"/>
            <a:ext cx="1517253" cy="85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File:Logo C sharp.svg - Wikimedia Common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381" y="5641802"/>
            <a:ext cx="859919" cy="62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Html Logo Images – Browse 10,260 Stock Photos, Vectors, and Video | Adobe  Stock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6755" y="4618684"/>
            <a:ext cx="3022600" cy="1692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290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bg-BG" noProof="0" dirty="0"/>
              <a:t>Стъпки, зависещи от конкретния подход за разработка</a:t>
            </a:r>
            <a:br>
              <a:rPr lang="bg-BG" noProof="0" dirty="0"/>
            </a:br>
            <a:endParaRPr lang="bg-BG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bg-BG" noProof="0" dirty="0"/>
              <a:t>Използваната за създаване на проекта MVC структура , изисква някои спецификации , за да може да функционира приложението. Трябва да се </a:t>
            </a:r>
            <a:r>
              <a:rPr lang="bg-BG" noProof="0" dirty="0" err="1"/>
              <a:t>останови</a:t>
            </a:r>
            <a:r>
              <a:rPr lang="bg-BG" noProof="0" dirty="0"/>
              <a:t> връзка към базата данни  , за да може да се съхраняват и взимат данните за песни в приложението . Трябва да се направят модели , чрез които се създават обекти . Нужни са контролери , които да съдържат логиката за работа с обектите направени от моделите . </a:t>
            </a:r>
            <a:r>
              <a:rPr lang="bg-BG" noProof="0" dirty="0" err="1"/>
              <a:t>ViewModels</a:t>
            </a:r>
            <a:r>
              <a:rPr lang="bg-BG" noProof="0" dirty="0"/>
              <a:t> са класове, които се използват за да помагат с четенето и писането на данни в обектите, като различните </a:t>
            </a:r>
            <a:r>
              <a:rPr lang="bg-BG" noProof="0" dirty="0" err="1"/>
              <a:t>ViewModel</a:t>
            </a:r>
            <a:r>
              <a:rPr lang="bg-BG" noProof="0" dirty="0"/>
              <a:t>-и имат различен подбор от данни, които да използват за различни страници от </a:t>
            </a:r>
            <a:r>
              <a:rPr lang="bg-BG" noProof="0" dirty="0" err="1"/>
              <a:t>Web</a:t>
            </a:r>
            <a:r>
              <a:rPr lang="bg-BG" noProof="0" dirty="0"/>
              <a:t> приложението. </a:t>
            </a:r>
            <a:r>
              <a:rPr lang="bg-BG" noProof="0" dirty="0" err="1"/>
              <a:t>View</a:t>
            </a:r>
            <a:r>
              <a:rPr lang="bg-BG" noProof="0" dirty="0"/>
              <a:t>-тата са структурите на страниците в приложението. Те представляват  как ще изглежда и как ще е структурирана една страница. </a:t>
            </a:r>
          </a:p>
          <a:p>
            <a:endParaRPr lang="bg-BG" noProof="0" dirty="0"/>
          </a:p>
        </p:txBody>
      </p:sp>
    </p:spTree>
    <p:extLst>
      <p:ext uri="{BB962C8B-B14F-4D97-AF65-F5344CB8AC3E}">
        <p14:creationId xmlns:p14="http://schemas.microsoft.com/office/powerpoint/2010/main" val="3329442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570720" cy="1325563"/>
          </a:xfrm>
        </p:spPr>
        <p:txBody>
          <a:bodyPr/>
          <a:lstStyle/>
          <a:p>
            <a:pPr algn="ctr"/>
            <a:r>
              <a:rPr lang="bg-BG" noProof="0" dirty="0"/>
              <a:t>Използвани класове</a:t>
            </a:r>
            <a:br>
              <a:rPr lang="bg-BG" noProof="0" dirty="0"/>
            </a:br>
            <a:endParaRPr lang="bg-BG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38224"/>
            <a:ext cx="8801100" cy="5819775"/>
          </a:xfrm>
        </p:spPr>
        <p:txBody>
          <a:bodyPr>
            <a:normAutofit fontScale="85000" lnSpcReduction="20000"/>
          </a:bodyPr>
          <a:lstStyle/>
          <a:p>
            <a:r>
              <a:rPr lang="bg-BG" noProof="0" dirty="0" err="1"/>
              <a:t>Program</a:t>
            </a:r>
            <a:r>
              <a:rPr lang="bg-BG" noProof="0" dirty="0"/>
              <a:t> – Класът, който съдържа логиката за подкарване на </a:t>
            </a:r>
            <a:r>
              <a:rPr lang="bg-BG" noProof="0" dirty="0" err="1"/>
              <a:t>web</a:t>
            </a:r>
            <a:r>
              <a:rPr lang="bg-BG" noProof="0" dirty="0"/>
              <a:t> апликацията.</a:t>
            </a:r>
          </a:p>
          <a:p>
            <a:r>
              <a:rPr lang="bg-BG" noProof="0" dirty="0" err="1"/>
              <a:t>ApplicationDbContext</a:t>
            </a:r>
            <a:r>
              <a:rPr lang="bg-BG" noProof="0" dirty="0"/>
              <a:t> – В този клас се съдържа информацията за песните, </a:t>
            </a:r>
            <a:r>
              <a:rPr lang="bg-BG" noProof="0" dirty="0" err="1"/>
              <a:t>коята</a:t>
            </a:r>
            <a:r>
              <a:rPr lang="bg-BG" noProof="0" dirty="0"/>
              <a:t> се </a:t>
            </a:r>
            <a:r>
              <a:rPr lang="bg-BG" noProof="0" dirty="0" err="1"/>
              <a:t>извилича</a:t>
            </a:r>
            <a:r>
              <a:rPr lang="bg-BG" noProof="0" dirty="0"/>
              <a:t> от базата данни, и от </a:t>
            </a:r>
            <a:r>
              <a:rPr lang="bg-BG" noProof="0" dirty="0" err="1"/>
              <a:t>коята</a:t>
            </a:r>
            <a:r>
              <a:rPr lang="bg-BG" noProof="0" dirty="0"/>
              <a:t> се пише в базата данни.</a:t>
            </a:r>
          </a:p>
          <a:p>
            <a:r>
              <a:rPr lang="bg-BG" noProof="0" dirty="0" err="1"/>
              <a:t>Song</a:t>
            </a:r>
            <a:r>
              <a:rPr lang="bg-BG" noProof="0" dirty="0"/>
              <a:t> – Това е класът модел, който служи за създаване на обектите за песни.</a:t>
            </a:r>
          </a:p>
          <a:p>
            <a:r>
              <a:rPr lang="bg-BG" noProof="0" dirty="0" err="1"/>
              <a:t>Genres</a:t>
            </a:r>
            <a:r>
              <a:rPr lang="bg-BG" noProof="0" dirty="0"/>
              <a:t> – Клас, който съдържа статичен лист с популярни жанрове на песни, с цел да помага в създаването на обекти.</a:t>
            </a:r>
          </a:p>
          <a:p>
            <a:r>
              <a:rPr lang="bg-BG" noProof="0" dirty="0" err="1"/>
              <a:t>HomeController</a:t>
            </a:r>
            <a:r>
              <a:rPr lang="bg-BG" noProof="0" dirty="0"/>
              <a:t> – Класът за контролера, който съдържа всички методи, които позволяват работата между базата данни и потребителският интерфейс.</a:t>
            </a:r>
          </a:p>
          <a:p>
            <a:r>
              <a:rPr lang="bg-BG" noProof="0" dirty="0" err="1"/>
              <a:t>AddSongViewModel</a:t>
            </a:r>
            <a:r>
              <a:rPr lang="bg-BG" noProof="0" dirty="0"/>
              <a:t>/</a:t>
            </a:r>
            <a:r>
              <a:rPr lang="bg-BG" noProof="0" dirty="0" err="1"/>
              <a:t>BasicSongViewModel</a:t>
            </a:r>
            <a:r>
              <a:rPr lang="bg-BG" noProof="0" dirty="0"/>
              <a:t>/</a:t>
            </a:r>
            <a:r>
              <a:rPr lang="bg-BG" noProof="0" dirty="0" err="1"/>
              <a:t>DeleteSongViewModel</a:t>
            </a:r>
            <a:r>
              <a:rPr lang="bg-BG" noProof="0" dirty="0"/>
              <a:t> – класове, които служат за помощ с </a:t>
            </a:r>
            <a:r>
              <a:rPr lang="bg-BG" noProof="0" dirty="0" err="1"/>
              <a:t>иползването</a:t>
            </a:r>
            <a:r>
              <a:rPr lang="bg-BG" noProof="0" dirty="0"/>
              <a:t> на данни от модела </a:t>
            </a:r>
            <a:r>
              <a:rPr lang="bg-BG" noProof="0" dirty="0" err="1"/>
              <a:t>Song</a:t>
            </a:r>
            <a:r>
              <a:rPr lang="bg-BG" noProof="0" dirty="0"/>
              <a:t> в страниците на апликацията.</a:t>
            </a:r>
          </a:p>
          <a:p>
            <a:r>
              <a:rPr lang="bg-BG" noProof="0" dirty="0" err="1"/>
              <a:t>Add</a:t>
            </a:r>
            <a:r>
              <a:rPr lang="bg-BG" noProof="0" dirty="0"/>
              <a:t>/</a:t>
            </a:r>
            <a:r>
              <a:rPr lang="bg-BG" noProof="0" dirty="0" err="1"/>
              <a:t>Edit</a:t>
            </a:r>
            <a:r>
              <a:rPr lang="bg-BG" noProof="0" dirty="0"/>
              <a:t>/</a:t>
            </a:r>
            <a:r>
              <a:rPr lang="bg-BG" noProof="0" dirty="0" err="1"/>
              <a:t>Delete</a:t>
            </a:r>
            <a:r>
              <a:rPr lang="bg-BG" noProof="0" dirty="0"/>
              <a:t>/</a:t>
            </a:r>
            <a:r>
              <a:rPr lang="bg-BG" noProof="0" dirty="0" err="1"/>
              <a:t>Index</a:t>
            </a:r>
            <a:r>
              <a:rPr lang="bg-BG" noProof="0" dirty="0"/>
              <a:t> – </a:t>
            </a:r>
            <a:r>
              <a:rPr lang="bg-BG" noProof="0" dirty="0" err="1"/>
              <a:t>View</a:t>
            </a:r>
            <a:r>
              <a:rPr lang="bg-BG" noProof="0" dirty="0"/>
              <a:t> </a:t>
            </a:r>
            <a:r>
              <a:rPr lang="bg-BG" noProof="0" dirty="0" err="1"/>
              <a:t>файлoвете</a:t>
            </a:r>
            <a:r>
              <a:rPr lang="bg-BG" noProof="0" dirty="0"/>
              <a:t>, които съдържат структурата на страниците за апликацията.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524" y="128587"/>
            <a:ext cx="2533651" cy="665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3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974</TotalTime>
  <Words>726</Words>
  <Application>Microsoft Office PowerPoint</Application>
  <PresentationFormat>Широк екран</PresentationFormat>
  <Paragraphs>32</Paragraphs>
  <Slides>12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ТЕМА 6 – СИСТЕМА ЗА ИЗБОР НА ПЕСЕН</vt:lpstr>
      <vt:lpstr>Техническо Задание </vt:lpstr>
      <vt:lpstr>Цел на проекта</vt:lpstr>
      <vt:lpstr>Задачи</vt:lpstr>
      <vt:lpstr>Система за контрол на версиите  </vt:lpstr>
      <vt:lpstr>Система за управление на проекта</vt:lpstr>
      <vt:lpstr>Web Приложение </vt:lpstr>
      <vt:lpstr>Използвани функционалности </vt:lpstr>
      <vt:lpstr>Методологии за разработка на софтуера </vt:lpstr>
      <vt:lpstr>Програмни средства за реализацията  </vt:lpstr>
      <vt:lpstr>Стъпки, зависещи от конкретния подход за разработка </vt:lpstr>
      <vt:lpstr>Използвани класове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ТУ ВАРНА Проект по тема  “Система за избор на песен“</dc:title>
  <dc:creator>User</dc:creator>
  <cp:lastModifiedBy>ТЕОДОР ТОДОРОВ АНГЕЛОВ СИТ 3к</cp:lastModifiedBy>
  <cp:revision>3</cp:revision>
  <dcterms:created xsi:type="dcterms:W3CDTF">2026-05-17T13:35:15Z</dcterms:created>
  <dcterms:modified xsi:type="dcterms:W3CDTF">2026-05-19T09:58:16Z</dcterms:modified>
</cp:coreProperties>
</file>